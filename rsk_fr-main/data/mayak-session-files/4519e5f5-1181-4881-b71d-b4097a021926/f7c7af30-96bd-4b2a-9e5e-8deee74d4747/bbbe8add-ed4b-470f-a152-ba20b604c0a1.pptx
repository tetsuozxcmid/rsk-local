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A40CE-C933-5EFF-25C8-F226CFA31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3DD258-F4DE-007A-62D9-2A0C0B2D1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AD9411-1A6B-30BE-BF67-07DB76B1A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992CA6-3E30-0A6C-9A21-37917154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770BA0-4A7F-40A5-8A12-47D6D3D5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00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9988-60C9-ADFE-EB78-20B38ACD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64FAC6-AE8C-24C8-3393-CFB1EE5EA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826B5D-234B-9341-9139-47BDFCC7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142199-C777-39FB-2F9B-029C690A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868E97-CA14-F621-89BC-68B1D9DE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31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0DACB-C814-9949-FE2B-1879E1A8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6021B4-64B7-57C2-019A-5F4D630DC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912247-FE47-6C4B-1930-15733056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BF5419-901F-A118-8EE9-12ADDBC5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1914DE-A556-601E-A8F6-4A5D7583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24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4B148-F651-962B-5C7B-8DAB0BC8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7B1377-5003-76E2-EBB6-BB19F542C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AC6FD-617C-C07E-88EF-F7A290AB6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ED4FC1-7DF7-5C28-717D-1A73B2E7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7AED6F-8865-E9E0-5E0D-7A26D7A0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9170CE-C970-2CE0-3DBD-9230E8985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95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D5551A-60ED-73AB-A613-F8A768FC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50470A-60A0-8469-0B31-1C6FD9269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DE7935-1649-39CD-E93E-73B1BA160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8A2EBDD-7F71-2C00-A1BB-944A9AF20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DDDFCF-6E5E-FCB9-0F52-230EB3DD8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D0FBFA-D036-8750-0528-B6EF25D7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AFDD3B-5D01-C90D-C16D-C75C553E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C8E79D2-9657-0276-41A3-4B1733C2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81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7CE27-53D2-B679-4D34-F688E2C3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55D2EF-8F53-57C5-01A0-13AA2569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5FAEF6C-EFED-4A40-46F4-69E483ED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AFC09D0-139A-208A-262A-41B40DF7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587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531D05-A0FA-9F27-3B4D-80EC5E14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58B5564-D115-A2A6-4F1F-60888C47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9E7409-9790-7DC1-F1DC-D94162A8D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58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3AA52-14BE-09F9-6C8A-3C24AA5C4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1CD6DB-F656-1D40-0BD8-CFFADC2F4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9509D5-46E6-DFE7-4773-A3744705A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3DBB3B-993C-732C-DEB7-6786B61C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FC0928-D220-435D-1098-92AD95B9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590B7D-5DCC-B851-0498-EB990256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18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DDFBA-F1E3-A634-B526-526D67A7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E273756-6CCE-83C7-932B-C7C089402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2725A5-E741-AA1A-AF15-A66F812F3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8A4392-F66A-4F31-A5CB-198D4D4E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3A99FB-17AD-05CF-7C1C-3E5B742B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68863B-34D7-CA81-204F-A014B0B4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88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F6271D-0CA4-E015-886F-89ACB9B83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5110BC-0B8F-9C3C-90C6-57B606FD5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7CACE-E048-E443-801E-64D471C85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BEEF50-9101-6222-CA31-F4208E7F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003E0-6DD7-8164-8A0A-83FF2FBE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84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D6611E6-469C-A855-C74B-862C0E8FB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BA93E7-E37F-3D53-4EC4-F707D84E6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7AF1E9-F7A9-AD21-D9B7-3A606AAC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F721E6-434E-81EA-12F7-8AF8BED0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DAB1E7-2404-EB1F-32C0-6FAE43C7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7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3FC5A-725F-FCC5-4FFD-B143AEC7E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BC3258-D612-4E0B-B740-B5EF0A6F5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EFEE7C-2E07-6A14-158C-1BBA9EAF5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5A3C5-EC2F-4EF4-A318-8C08550F9FD3}" type="datetimeFigureOut">
              <a:rPr lang="ru-RU" smtClean="0"/>
              <a:t>18.03.2026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25FFFB-AE6B-59A1-54E0-70DB64CB7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1CA40D-A608-DCC9-9554-92AF19CEE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91A6C-610E-46D7-82EB-25B0C89672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14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osdk.ru/tools/mayak-o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91D2C1-ED2A-82D8-B791-5C94FE6D2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596" y="220929"/>
            <a:ext cx="5507367" cy="30001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FEE58C-A1A1-EEE0-C175-2F3E45832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596" y="3373078"/>
            <a:ext cx="5523215" cy="30001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57C839-2DB3-8064-1246-F30061BE280A}"/>
              </a:ext>
            </a:extLst>
          </p:cNvPr>
          <p:cNvSpPr txBox="1"/>
          <p:nvPr/>
        </p:nvSpPr>
        <p:spPr>
          <a:xfrm>
            <a:off x="405037" y="468785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i="0" u="none" strike="noStrike" baseline="0" dirty="0">
                <a:solidFill>
                  <a:srgbClr val="000000"/>
                </a:solidFill>
                <a:latin typeface="Montserrat,Bold"/>
              </a:rPr>
              <a:t>Технические требования к участникам: аккаунты и регистрация в сервисах</a:t>
            </a:r>
            <a:endParaRPr lang="ru-RU" sz="1800" b="0" i="0" u="none" strike="noStrike" baseline="0" dirty="0">
              <a:solidFill>
                <a:srgbClr val="000000"/>
              </a:solidFill>
              <a:latin typeface="Montserrat,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835749-C3E1-E264-A010-7335A7AD3018}"/>
              </a:ext>
            </a:extLst>
          </p:cNvPr>
          <p:cNvSpPr txBox="1"/>
          <p:nvPr/>
        </p:nvSpPr>
        <p:spPr>
          <a:xfrm>
            <a:off x="326791" y="1819030"/>
            <a:ext cx="5816258" cy="310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ru-RU" sz="1200" b="0" i="0" dirty="0">
                <a:effectLst/>
                <a:latin typeface="Montserrat,Bold"/>
              </a:rPr>
              <a:t>Для комфортного участия в стратегической сессии рекомендуем каждому участнику </a:t>
            </a:r>
            <a:r>
              <a:rPr lang="ru-RU" sz="1200" b="1" i="0" dirty="0">
                <a:effectLst/>
                <a:latin typeface="Montserrat,Bold"/>
              </a:rPr>
              <a:t>до начала мероприятия</a:t>
            </a:r>
            <a:r>
              <a:rPr lang="ru-RU" sz="1200" b="0" i="0" dirty="0">
                <a:effectLst/>
                <a:latin typeface="Montserrat,Bold"/>
              </a:rPr>
              <a:t> выполнить два простых шага:</a:t>
            </a:r>
            <a:br>
              <a:rPr lang="ru-RU" sz="1200" b="0" i="0" dirty="0">
                <a:effectLst/>
                <a:latin typeface="Montserrat,Bold"/>
              </a:rPr>
            </a:br>
            <a:br>
              <a:rPr lang="ru-RU" sz="1200" b="0" i="0" dirty="0">
                <a:effectLst/>
                <a:latin typeface="Montserrat,Bold"/>
              </a:rPr>
            </a:br>
            <a:r>
              <a:rPr lang="ru-RU" sz="1200" b="1" i="0" dirty="0">
                <a:effectLst/>
                <a:latin typeface="Montserrat,Bold"/>
              </a:rPr>
              <a:t>1. Наличие Google-аккаунта</a:t>
            </a:r>
            <a:endParaRPr lang="ru-RU" sz="1200" b="0" i="0" dirty="0">
              <a:effectLst/>
              <a:latin typeface="Montserrat,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0" i="0" dirty="0">
                <a:effectLst/>
                <a:latin typeface="Montserrat,Bold"/>
              </a:rPr>
              <a:t>Действующий аккаунт Google (gmail.com) у каждого участника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0" i="0" dirty="0">
                <a:effectLst/>
                <a:latin typeface="Montserrat,Bold"/>
              </a:rPr>
              <a:t>Используется для доступа к совместным материалам сессии</a:t>
            </a:r>
          </a:p>
          <a:p>
            <a:pPr algn="l">
              <a:lnSpc>
                <a:spcPct val="150000"/>
              </a:lnSpc>
            </a:pPr>
            <a:endParaRPr lang="ru-RU" sz="1200" b="1" i="0" dirty="0">
              <a:effectLst/>
              <a:latin typeface="Montserrat,Bold"/>
            </a:endParaRPr>
          </a:p>
          <a:p>
            <a:pPr algn="l">
              <a:lnSpc>
                <a:spcPct val="150000"/>
              </a:lnSpc>
            </a:pPr>
            <a:r>
              <a:rPr lang="ru-RU" sz="1200" b="1" i="0" dirty="0">
                <a:effectLst/>
                <a:latin typeface="Montserrat,Bold"/>
              </a:rPr>
              <a:t>2. Регистрация на сервисе «Маяк-ОКО»</a:t>
            </a:r>
            <a:endParaRPr lang="ru-RU" sz="1200" b="0" i="0" dirty="0">
              <a:effectLst/>
              <a:latin typeface="Montserrat,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0" i="0" dirty="0">
                <a:effectLst/>
                <a:latin typeface="Montserrat,Bold"/>
              </a:rPr>
              <a:t>Пройти по ссылке: </a:t>
            </a:r>
            <a:r>
              <a:rPr lang="ru-RU" sz="1200" b="1" i="0" dirty="0">
                <a:effectLst/>
                <a:latin typeface="Montserrat,Bold"/>
                <a:hlinkClick r:id="rId4"/>
              </a:rPr>
              <a:t>rosdk.ru/</a:t>
            </a:r>
            <a:r>
              <a:rPr lang="ru-RU" sz="1200" b="1" i="0" dirty="0" err="1">
                <a:effectLst/>
                <a:latin typeface="Montserrat,Bold"/>
                <a:hlinkClick r:id="rId4"/>
              </a:rPr>
              <a:t>tools</a:t>
            </a:r>
            <a:r>
              <a:rPr lang="ru-RU" sz="1200" b="1" i="0" dirty="0">
                <a:effectLst/>
                <a:latin typeface="Montserrat,Bold"/>
                <a:hlinkClick r:id="rId4"/>
              </a:rPr>
              <a:t>/</a:t>
            </a:r>
            <a:r>
              <a:rPr lang="ru-RU" sz="1200" b="1" i="0" dirty="0" err="1">
                <a:effectLst/>
                <a:latin typeface="Montserrat,Bold"/>
                <a:hlinkClick r:id="rId4"/>
              </a:rPr>
              <a:t>mayak-oko</a:t>
            </a:r>
            <a:endParaRPr lang="ru-RU" sz="1200" b="1" i="0" dirty="0">
              <a:effectLst/>
              <a:latin typeface="Montserrat,Bold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b="0" i="0" dirty="0">
                <a:effectLst/>
                <a:latin typeface="Montserrat,Bold"/>
              </a:rPr>
              <a:t>Выполнить регистрацию в предложенных сервисах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6A890-E607-D5C3-1399-B47CC1CA8E59}"/>
              </a:ext>
            </a:extLst>
          </p:cNvPr>
          <p:cNvSpPr txBox="1"/>
          <p:nvPr/>
        </p:nvSpPr>
        <p:spPr>
          <a:xfrm>
            <a:off x="8222103" y="93045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90464AA2-3E0B-BC4D-CCF4-46698B1D4225}"/>
              </a:ext>
            </a:extLst>
          </p:cNvPr>
          <p:cNvCxnSpPr>
            <a:cxnSpLocks/>
          </p:cNvCxnSpPr>
          <p:nvPr/>
        </p:nvCxnSpPr>
        <p:spPr>
          <a:xfrm flipV="1">
            <a:off x="8482528" y="728267"/>
            <a:ext cx="376854" cy="2760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3B905E2-DC0D-17EA-DDB6-6A877B08E3AC}"/>
              </a:ext>
            </a:extLst>
          </p:cNvPr>
          <p:cNvCxnSpPr>
            <a:cxnSpLocks/>
          </p:cNvCxnSpPr>
          <p:nvPr/>
        </p:nvCxnSpPr>
        <p:spPr>
          <a:xfrm>
            <a:off x="9089059" y="2678718"/>
            <a:ext cx="453840" cy="2839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AA18B4B-11A2-1611-AAC4-BC87AABF24A4}"/>
              </a:ext>
            </a:extLst>
          </p:cNvPr>
          <p:cNvSpPr txBox="1"/>
          <p:nvPr/>
        </p:nvSpPr>
        <p:spPr>
          <a:xfrm>
            <a:off x="8200991" y="43855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7AF34B48-F40E-92A3-A384-51252B081DE8}"/>
              </a:ext>
            </a:extLst>
          </p:cNvPr>
          <p:cNvCxnSpPr>
            <a:cxnSpLocks/>
          </p:cNvCxnSpPr>
          <p:nvPr/>
        </p:nvCxnSpPr>
        <p:spPr>
          <a:xfrm>
            <a:off x="8498672" y="4643216"/>
            <a:ext cx="694423" cy="1742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2BFDB86-F3EE-507C-4EA0-BF6220062C01}"/>
              </a:ext>
            </a:extLst>
          </p:cNvPr>
          <p:cNvSpPr/>
          <p:nvPr/>
        </p:nvSpPr>
        <p:spPr>
          <a:xfrm>
            <a:off x="9236054" y="4473809"/>
            <a:ext cx="2473176" cy="14667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7E2B20-A5A8-E9EB-EE7A-0AB37B8BE860}"/>
              </a:ext>
            </a:extLst>
          </p:cNvPr>
          <p:cNvSpPr txBox="1"/>
          <p:nvPr/>
        </p:nvSpPr>
        <p:spPr>
          <a:xfrm>
            <a:off x="8798463" y="24180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640462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78</Words>
  <Application>Microsoft Office PowerPoint</Application>
  <PresentationFormat>Широкоэкранный</PresentationFormat>
  <Paragraphs>11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Montserrat,Bold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Лебедев</dc:creator>
  <cp:lastModifiedBy>Андрей Лебедев</cp:lastModifiedBy>
  <cp:revision>1</cp:revision>
  <dcterms:created xsi:type="dcterms:W3CDTF">2026-03-18T07:46:51Z</dcterms:created>
  <dcterms:modified xsi:type="dcterms:W3CDTF">2026-03-18T08:02:32Z</dcterms:modified>
</cp:coreProperties>
</file>